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D1D1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F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LLM Smart Proxy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AC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v10.1 — 配置化通用 AI 安全代理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2697480"/>
            <a:ext cx="914400" cy="36576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83464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0D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安全脱敏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AC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智能压缩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BF5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多客户端支持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9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聊天指令动态控制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434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适用于 WorkBuddy / OpenClaw / Hermes / Codex / Cline / Cursor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D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Proxy 是什么？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731520" cy="27432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3444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一个运行在你本地的中间层，拦截所有发给 AI 的请求，自动完成安全处理和优化。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965960"/>
            <a:ext cx="2194560" cy="640080"/>
          </a:xfrm>
          <a:prstGeom prst="rect">
            <a:avLst/>
          </a:prstGeom>
          <a:solidFill>
            <a:srgbClr val="2D2D2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659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工具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(客户端)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971800" y="196596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C8FA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383280" y="1965960"/>
            <a:ext cx="2377440" cy="640080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9659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Proxy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脱敏 · 压缩 · 路由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806440" y="196596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C8FA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217920" y="1965960"/>
            <a:ext cx="2194560" cy="640080"/>
          </a:xfrm>
          <a:prstGeom prst="rect">
            <a:avLst/>
          </a:prstGeom>
          <a:solidFill>
            <a:srgbClr val="2D2D2F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19659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模型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(上游服务)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017520"/>
            <a:ext cx="3657600" cy="777240"/>
          </a:xfrm>
          <a:prstGeom prst="rect">
            <a:avLst/>
          </a:prstGeom>
          <a:solidFill>
            <a:srgbClr val="2D2D2F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3017520"/>
            <a:ext cx="54864" cy="777240"/>
          </a:xfrm>
          <a:prstGeom prst="rect">
            <a:avLst/>
          </a:prstGeom>
          <a:solidFill>
            <a:srgbClr val="30D158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063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0D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脱敏保护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333756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自动替换敏感信息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双端口 + 指令切换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3017520"/>
            <a:ext cx="3657600" cy="777240"/>
          </a:xfrm>
          <a:prstGeom prst="rect">
            <a:avLst/>
          </a:prstGeom>
          <a:solidFill>
            <a:srgbClr val="2D2D2F"/>
          </a:solidFill>
          <a:ln/>
        </p:spPr>
      </p:sp>
      <p:sp>
        <p:nvSpPr>
          <p:cNvPr id="18" name="Shape 16"/>
          <p:cNvSpPr/>
          <p:nvPr/>
        </p:nvSpPr>
        <p:spPr>
          <a:xfrm>
            <a:off x="4754880" y="3017520"/>
            <a:ext cx="54864" cy="777240"/>
          </a:xfrm>
          <a:prstGeom prst="rect">
            <a:avLst/>
          </a:prstGeom>
          <a:solidFill>
            <a:srgbClr val="5AC8FA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3063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C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智能压缩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333756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大请求摘要编排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按客户端差异化策略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3977640"/>
            <a:ext cx="3657600" cy="777240"/>
          </a:xfrm>
          <a:prstGeom prst="rect">
            <a:avLst/>
          </a:prstGeom>
          <a:solidFill>
            <a:srgbClr val="2D2D2F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" y="3977640"/>
            <a:ext cx="54864" cy="777240"/>
          </a:xfrm>
          <a:prstGeom prst="rect">
            <a:avLst/>
          </a:prstGeom>
          <a:solidFill>
            <a:srgbClr val="BF5AF2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40233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F5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客户端识别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4400" y="42976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User-Agent 解析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种工具自动适配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977640"/>
            <a:ext cx="3657600" cy="777240"/>
          </a:xfrm>
          <a:prstGeom prst="rect">
            <a:avLst/>
          </a:prstGeom>
          <a:solidFill>
            <a:srgbClr val="2D2D2F"/>
          </a:solidFill>
          <a:ln/>
        </p:spPr>
      </p:sp>
      <p:sp>
        <p:nvSpPr>
          <p:cNvPr id="26" name="Shape 24"/>
          <p:cNvSpPr/>
          <p:nvPr/>
        </p:nvSpPr>
        <p:spPr>
          <a:xfrm>
            <a:off x="4754880" y="3977640"/>
            <a:ext cx="54864" cy="777240"/>
          </a:xfrm>
          <a:prstGeom prst="rect">
            <a:avLst/>
          </a:prstGeom>
          <a:solidFill>
            <a:srgbClr val="FF9F0A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40233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运行时控制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37760" y="42976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聊天框直接发指令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/sanitize on/off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D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动态运行时控制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0" y="411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9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 v10.1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731520" cy="27432"/>
          </a:xfrm>
          <a:prstGeom prst="rect">
            <a:avLst/>
          </a:prstGeom>
          <a:solidFill>
            <a:srgbClr val="FF9F0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无需修改配置文件。在聊天框里直接发送指令，Proxy 即时响应。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783080"/>
            <a:ext cx="3840480" cy="2377440"/>
          </a:xfrm>
          <a:prstGeom prst="rect">
            <a:avLst/>
          </a:prstGeom>
          <a:solidFill>
            <a:srgbClr val="2D2D2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74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C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聊天指令示例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224028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0D1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/sanitize 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97480" y="224028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开启自动脱敏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255117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0D1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/sanitize off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97480" y="255117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关闭脱敏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286207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0D1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/sanitize detect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97480" y="286207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仅检测不替换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317296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0D1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/sanitize status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97480" y="317296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查看当前状态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348386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0D1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开启脱敏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97480" y="348386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中文指令同样支持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37947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0D1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关闭脱敏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97480" y="379476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多端通用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1783080"/>
            <a:ext cx="3566160" cy="2377440"/>
          </a:xfrm>
          <a:prstGeom prst="rect">
            <a:avLst/>
          </a:prstGeom>
          <a:solidFill>
            <a:srgbClr val="2D2D2F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1874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工作原理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0" y="224028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用户发送 /sanitize 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255117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0D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Proxy 拦截（不调上游）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0" y="286207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更新内存运行时状态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0" y="317296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立即返回确认消息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0" y="348386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后续请求全部生效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0" y="379476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重启后恢复配置默认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1520" y="4343400"/>
            <a:ext cx="7680960" cy="640080"/>
          </a:xfrm>
          <a:prstGeom prst="rect">
            <a:avLst/>
          </a:prstGeom>
          <a:solidFill>
            <a:srgbClr val="2D2D2F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43891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config.yaml 配置段（默认已开启，无需修改）：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14400" y="4572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0D1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dynamic_control: { enabled: true, magic_command: true, admin_api: true }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D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Admin API &amp; 程序化控制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731520" cy="27432"/>
          </a:xfrm>
          <a:prstGeom prst="rect">
            <a:avLst/>
          </a:prstGeom>
          <a:solidFill>
            <a:srgbClr val="BF5AF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234440"/>
            <a:ext cx="7680960" cy="2103120"/>
          </a:xfrm>
          <a:prstGeom prst="rect">
            <a:avLst/>
          </a:prstGeom>
          <a:solidFill>
            <a:srgbClr val="2D2D2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280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C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API 端点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6459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方法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474720" y="16459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路径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035040" y="16459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说明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192024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0D1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508760" y="192024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C8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/admin/sanitize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474720" y="1920240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查看当前运行时状态（JSON）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217627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0D1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508760" y="217627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C8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/admin/sanitize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74720" y="2176272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切换脱敏模式 + 文件拦截策略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243230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0D1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508760" y="243230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C8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/admin/config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74720" y="2432304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运行环境摘要（上游/端口等）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400" y="268833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0D1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508760" y="268833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C8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/stats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74720" y="2688336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用量统计（按客户端）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3520440"/>
            <a:ext cx="7680960" cy="1371600"/>
          </a:xfrm>
          <a:prstGeom prst="rect">
            <a:avLst/>
          </a:prstGeom>
          <a:solidFill>
            <a:srgbClr val="2D2D2F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3566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示例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5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查看脱敏状态（端口可能自动递增，以启动日志为准）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5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http://127.0.0.1:&lt;端口&gt;/admin/sanitize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5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切换为仅检测模式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5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-X POST http://127.0.0.1:&lt;端口&gt;/admin/sanitize -H "Content-Type: application/json" -d '{"mode":"detect"}'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D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脱敏能力总览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731520" cy="27432"/>
          </a:xfrm>
          <a:prstGeom prst="rect">
            <a:avLst/>
          </a:prstGeom>
          <a:solidFill>
            <a:srgbClr val="30D158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234440"/>
            <a:ext cx="4023360" cy="731520"/>
          </a:xfrm>
          <a:prstGeom prst="rect">
            <a:avLst/>
          </a:prstGeom>
          <a:solidFill>
            <a:srgbClr val="2D2D2F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234440"/>
            <a:ext cx="54864" cy="731520"/>
          </a:xfrm>
          <a:prstGeom prst="rect">
            <a:avLst/>
          </a:prstGeom>
          <a:solidFill>
            <a:srgbClr val="30D158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2801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0D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自动脱敏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52704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静默替换：电话号码→[PHONE]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公司名→[COMPANY]，URL→[URL]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2103120"/>
            <a:ext cx="4023360" cy="731520"/>
          </a:xfrm>
          <a:prstGeom prst="rect">
            <a:avLst/>
          </a:prstGeom>
          <a:solidFill>
            <a:srgbClr val="2D2D2F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103120"/>
            <a:ext cx="54864" cy="731520"/>
          </a:xfrm>
          <a:prstGeom prst="rect">
            <a:avLst/>
          </a:prstGeom>
          <a:solidFill>
            <a:srgbClr val="FF9F0A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1488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仅检测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239572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只报告发现什么，不修改原文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适合先看看有什么敏感信息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971800"/>
            <a:ext cx="4023360" cy="731520"/>
          </a:xfrm>
          <a:prstGeom prst="rect">
            <a:avLst/>
          </a:prstGeom>
          <a:solidFill>
            <a:srgbClr val="2D2D2F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2971800"/>
            <a:ext cx="54864" cy="731520"/>
          </a:xfrm>
          <a:prstGeom prst="rect">
            <a:avLst/>
          </a:prstGeom>
          <a:solidFill>
            <a:srgbClr val="FF453A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30175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关闭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326440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透传，不做任何处理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适合信任的内部环境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120640" y="12344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C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四种切换方式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120640" y="1645920"/>
            <a:ext cx="3291840" cy="384048"/>
          </a:xfrm>
          <a:prstGeom prst="rect">
            <a:avLst/>
          </a:prstGeom>
          <a:solidFill>
            <a:srgbClr val="2D2D2F"/>
          </a:solidFill>
          <a:ln/>
        </p:spPr>
      </p:sp>
      <p:sp>
        <p:nvSpPr>
          <p:cNvPr id="18" name="Shape 16"/>
          <p:cNvSpPr/>
          <p:nvPr/>
        </p:nvSpPr>
        <p:spPr>
          <a:xfrm>
            <a:off x="5120640" y="1645920"/>
            <a:ext cx="45720" cy="384048"/>
          </a:xfrm>
          <a:prstGeom prst="rect">
            <a:avLst/>
          </a:prstGeom>
          <a:solidFill>
            <a:srgbClr val="30D158"/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0" y="1664208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0D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聊天指令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03520" y="1828800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/sanitize 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120640" y="2148840"/>
            <a:ext cx="3291840" cy="384048"/>
          </a:xfrm>
          <a:prstGeom prst="rect">
            <a:avLst/>
          </a:prstGeom>
          <a:solidFill>
            <a:srgbClr val="2D2D2F"/>
          </a:solidFill>
          <a:ln/>
        </p:spPr>
      </p:sp>
      <p:sp>
        <p:nvSpPr>
          <p:cNvPr id="22" name="Shape 20"/>
          <p:cNvSpPr/>
          <p:nvPr/>
        </p:nvSpPr>
        <p:spPr>
          <a:xfrm>
            <a:off x="5120640" y="2148840"/>
            <a:ext cx="45720" cy="384048"/>
          </a:xfrm>
          <a:prstGeom prst="rect">
            <a:avLst/>
          </a:prstGeom>
          <a:solidFill>
            <a:srgbClr val="5AC8FA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0" y="2167128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C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配置文件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03520" y="2331720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config.yaml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120640" y="2651760"/>
            <a:ext cx="3291840" cy="384048"/>
          </a:xfrm>
          <a:prstGeom prst="rect">
            <a:avLst/>
          </a:prstGeom>
          <a:solidFill>
            <a:srgbClr val="2D2D2F"/>
          </a:solidFill>
          <a:ln/>
        </p:spPr>
      </p:sp>
      <p:sp>
        <p:nvSpPr>
          <p:cNvPr id="26" name="Shape 24"/>
          <p:cNvSpPr/>
          <p:nvPr/>
        </p:nvSpPr>
        <p:spPr>
          <a:xfrm>
            <a:off x="5120640" y="2651760"/>
            <a:ext cx="45720" cy="384048"/>
          </a:xfrm>
          <a:prstGeom prst="rect">
            <a:avLst/>
          </a:prstGeom>
          <a:solidFill>
            <a:srgbClr val="BF5AF2"/>
          </a:solidFill>
          <a:ln/>
        </p:spPr>
      </p:sp>
      <p:sp>
        <p:nvSpPr>
          <p:cNvPr id="27" name="Text 25"/>
          <p:cNvSpPr/>
          <p:nvPr/>
        </p:nvSpPr>
        <p:spPr>
          <a:xfrm>
            <a:off x="5303520" y="2670048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5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Header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03520" y="2834640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X-Sanitize-Mode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120640" y="3154680"/>
            <a:ext cx="3291840" cy="384048"/>
          </a:xfrm>
          <a:prstGeom prst="rect">
            <a:avLst/>
          </a:prstGeom>
          <a:solidFill>
            <a:srgbClr val="2D2D2F"/>
          </a:solidFill>
          <a:ln/>
        </p:spPr>
      </p:sp>
      <p:sp>
        <p:nvSpPr>
          <p:cNvPr id="30" name="Shape 28"/>
          <p:cNvSpPr/>
          <p:nvPr/>
        </p:nvSpPr>
        <p:spPr>
          <a:xfrm>
            <a:off x="5120640" y="3154680"/>
            <a:ext cx="45720" cy="384048"/>
          </a:xfrm>
          <a:prstGeom prst="rect">
            <a:avLst/>
          </a:prstGeom>
          <a:solidFill>
            <a:srgbClr val="FF9F0A"/>
          </a:solidFill>
          <a:ln/>
        </p:spPr>
      </p:sp>
      <p:sp>
        <p:nvSpPr>
          <p:cNvPr id="31" name="Text 29"/>
          <p:cNvSpPr/>
          <p:nvPr/>
        </p:nvSpPr>
        <p:spPr>
          <a:xfrm>
            <a:off x="5303520" y="3172968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安全端口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03520" y="3337560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连接 :4002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31520" y="4023360"/>
            <a:ext cx="7680960" cy="822960"/>
          </a:xfrm>
          <a:prstGeom prst="rect">
            <a:avLst/>
          </a:prstGeom>
          <a:solidFill>
            <a:srgbClr val="2D2D2F"/>
          </a:solidFill>
          <a:ln/>
        </p:spPr>
      </p:sp>
      <p:sp>
        <p:nvSpPr>
          <p:cNvPr id="34" name="Text 32"/>
          <p:cNvSpPr/>
          <p:nvPr/>
        </p:nvSpPr>
        <p:spPr>
          <a:xfrm>
            <a:off x="914400" y="406908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F5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文件检测（v10.1）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14400" y="42976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检测 base64 附件（图片/PDF/Word），支持 detect/warn/block 三级策略。安全端口自动拦截不可脱敏附件。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14400" y="45262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配套 file_sanitize.py：本地 PDF/Word/OCR 提取 + 脱敏（文件不过网）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D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配置一览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731520" cy="27432"/>
          </a:xfrm>
          <a:prstGeom prst="rect">
            <a:avLst/>
          </a:prstGeom>
          <a:solidFill>
            <a:srgbClr val="0071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31520" y="1188720"/>
            <a:ext cx="4206240" cy="3749040"/>
          </a:xfrm>
          <a:prstGeom prst="rect">
            <a:avLst/>
          </a:prstGeom>
          <a:solidFill>
            <a:srgbClr val="2D2D2F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14400" y="123444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C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config.yaml 关键配置段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155448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0D1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upstream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97480" y="155448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上游模型地址 + API Key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18745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0D1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proxy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97480" y="187452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监听端口/地址，安全端口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1945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0D1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sanitizer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97480" y="219456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脱敏模式 + 安全端口配置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251460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0D1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dynamic_control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97480" y="251460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聊天指令 + Admin API 开关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05840" y="28346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0D1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file_detect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97480" y="283464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文件检测策略 (log/warn/block)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315468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0D1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97480" y="315468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智能路由 + 独立问题透传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05840" y="34747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0D1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orchestrator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97480" y="347472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压缩策略 + 按客户端差异化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05840" y="37947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0D1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response_fix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697480" y="379476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tool_calls 格式修复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05840" y="411480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0D1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697480" y="411480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用量统计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212080" y="1188720"/>
            <a:ext cx="3200400" cy="1737360"/>
          </a:xfrm>
          <a:prstGeom prst="rect">
            <a:avLst/>
          </a:prstGeom>
          <a:solidFill>
            <a:srgbClr val="2D2D2F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394960" y="123444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dynamic_control 详解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94960" y="1508760"/>
            <a:ext cx="2834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5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enabled: true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5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总开关，false 则全部禁用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5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magic_command: true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5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聊天框指令 /sanitize on/off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5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admin_api: true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5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GET/POST /admin/sanitize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5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admin_key: ""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5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API 密钥（本地留空即可）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212080" y="3154680"/>
            <a:ext cx="3200400" cy="1783080"/>
          </a:xfrm>
          <a:prstGeom prst="rect">
            <a:avLst/>
          </a:prstGeom>
          <a:solidFill>
            <a:srgbClr val="2D2D2F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5394960" y="320040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F5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部署方式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94960" y="347472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复制文件夹到本地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编辑 config.yaml 设上游地址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python proxy.py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客户端模型 URL 改为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http://localhost:&lt;端口&gt;/v1/chat/completions  # 以启动日志为准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 Python 3.10+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依赖: pip install pyyaml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D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三层安全防御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731520" cy="27432"/>
          </a:xfrm>
          <a:prstGeom prst="rect">
            <a:avLst/>
          </a:prstGeom>
          <a:solidFill>
            <a:srgbClr val="30D158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234440"/>
            <a:ext cx="2514600" cy="3383280"/>
          </a:xfrm>
          <a:prstGeom prst="rect">
            <a:avLst/>
          </a:prstGeom>
          <a:solidFill>
            <a:srgbClr val="2D2D2F"/>
          </a:solidFill>
          <a:ln/>
        </p:spPr>
      </p:sp>
      <p:sp>
        <p:nvSpPr>
          <p:cNvPr id="5" name="Shape 3"/>
          <p:cNvSpPr/>
          <p:nvPr/>
        </p:nvSpPr>
        <p:spPr>
          <a:xfrm>
            <a:off x="1645920" y="1371600"/>
            <a:ext cx="502920" cy="50292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6" name="Text 4"/>
          <p:cNvSpPr/>
          <p:nvPr/>
        </p:nvSpPr>
        <p:spPr>
          <a:xfrm>
            <a:off x="164592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196596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0D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file_sanitize.py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176272"/>
            <a:ext cx="2240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文件层 · 发 AI 之前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280160" y="2423160"/>
            <a:ext cx="1417320" cy="18288"/>
          </a:xfrm>
          <a:prstGeom prst="rect">
            <a:avLst/>
          </a:prstGeom>
          <a:solidFill>
            <a:srgbClr val="30D158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56032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文本 + 表格提取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285292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段落提取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314553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图片 OCR 识别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343814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复用同套脱敏规则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373075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交互式审查 / 批处理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74720" y="1234440"/>
            <a:ext cx="2514600" cy="3383280"/>
          </a:xfrm>
          <a:prstGeom prst="rect">
            <a:avLst/>
          </a:prstGeom>
          <a:solidFill>
            <a:srgbClr val="2D2D2F"/>
          </a:solidFill>
          <a:ln/>
        </p:spPr>
      </p:sp>
      <p:sp>
        <p:nvSpPr>
          <p:cNvPr id="16" name="Shape 14"/>
          <p:cNvSpPr/>
          <p:nvPr/>
        </p:nvSpPr>
        <p:spPr>
          <a:xfrm>
            <a:off x="4389120" y="1371600"/>
            <a:ext cx="502920" cy="50292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17" name="Text 15"/>
          <p:cNvSpPr/>
          <p:nvPr/>
        </p:nvSpPr>
        <p:spPr>
          <a:xfrm>
            <a:off x="438912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611880" y="196596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C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sanitize.py / proxy 消息层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11880" y="2176272"/>
            <a:ext cx="2240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消息层 · 传输过程中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023360" y="2423160"/>
            <a:ext cx="1417320" cy="18288"/>
          </a:xfrm>
          <a:prstGeom prst="rect">
            <a:avLst/>
          </a:prstGeom>
          <a:solidFill>
            <a:srgbClr val="5AC8FA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0" y="256032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内容扫描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0" y="285292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正则 + 名单匹配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0" y="314553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占位符替换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0" y="343814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映射日志可审计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0" y="373075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 附件拦截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17920" y="1234440"/>
            <a:ext cx="2514600" cy="3383280"/>
          </a:xfrm>
          <a:prstGeom prst="rect">
            <a:avLst/>
          </a:prstGeom>
          <a:solidFill>
            <a:srgbClr val="2D2D2F"/>
          </a:solidFill>
          <a:ln/>
        </p:spPr>
      </p:sp>
      <p:sp>
        <p:nvSpPr>
          <p:cNvPr id="27" name="Shape 25"/>
          <p:cNvSpPr/>
          <p:nvPr/>
        </p:nvSpPr>
        <p:spPr>
          <a:xfrm>
            <a:off x="7132320" y="1371600"/>
            <a:ext cx="502920" cy="502920"/>
          </a:xfrm>
          <a:prstGeom prst="ellipse">
            <a:avLst/>
          </a:prstGeom>
          <a:solidFill>
            <a:srgbClr val="BF5AF2"/>
          </a:solidFill>
          <a:ln/>
        </p:spPr>
      </p:sp>
      <p:sp>
        <p:nvSpPr>
          <p:cNvPr id="28" name="Text 26"/>
          <p:cNvSpPr/>
          <p:nvPr/>
        </p:nvSpPr>
        <p:spPr>
          <a:xfrm>
            <a:off x="713232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355080" y="196596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F5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:4002 安全端口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355080" y="2176272"/>
            <a:ext cx="2240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传输层 · 最后兜底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766560" y="2423160"/>
            <a:ext cx="1417320" cy="18288"/>
          </a:xfrm>
          <a:prstGeom prst="rect">
            <a:avLst/>
          </a:prstGeom>
          <a:solidFill>
            <a:srgbClr val="BF5AF2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0" y="256032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强制 auto 模式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00800" y="285292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is_safe_request 标记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0800" y="314553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检测到附件 → HTTP 409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00800" y="343814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上游永远看不到裸数据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00800" y="373075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模式零信任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31520" y="4754880"/>
            <a:ext cx="7680960" cy="274320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38" name="Text 36"/>
          <p:cNvSpPr/>
          <p:nvPr/>
        </p:nvSpPr>
        <p:spPr>
          <a:xfrm>
            <a:off x="731520" y="47548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 → file_sanitize（不过网）→ proxy 消息脱敏 → 安全端口 block → 上游模型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D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快速开始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731520" cy="27432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234440"/>
            <a:ext cx="7680960" cy="594360"/>
          </a:xfrm>
          <a:prstGeom prst="rect">
            <a:avLst/>
          </a:prstGeom>
          <a:solidFill>
            <a:srgbClr val="2D2D2F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325880"/>
            <a:ext cx="365760" cy="36576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325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28016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编辑 config.yaml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1481328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修改 upstream.host 和 upstream.port 为你的模型服务地址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1965960"/>
            <a:ext cx="7680960" cy="594360"/>
          </a:xfrm>
          <a:prstGeom prst="rect">
            <a:avLst/>
          </a:prstGeom>
          <a:solidFill>
            <a:srgbClr val="2D2D2F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2057400"/>
            <a:ext cx="365760" cy="36576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201168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启动 Proxy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71600" y="2212848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0D1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proxy.py   # 看到启动横幅即就绪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2697480"/>
            <a:ext cx="7680960" cy="594360"/>
          </a:xfrm>
          <a:prstGeom prst="rect">
            <a:avLst/>
          </a:prstGeom>
          <a:solidFill>
            <a:srgbClr val="2D2D2F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2788920"/>
            <a:ext cx="365760" cy="365760"/>
          </a:xfrm>
          <a:prstGeom prst="ellipse">
            <a:avLst/>
          </a:prstGeom>
          <a:solidFill>
            <a:srgbClr val="BF5AF2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274320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客户端接入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71600" y="2944368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 URL 改为 http://localhost:&lt;端口&gt;/v1/chat/completions（以启动日志显示为准）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429000"/>
            <a:ext cx="7680960" cy="594360"/>
          </a:xfrm>
          <a:prstGeom prst="rect">
            <a:avLst/>
          </a:prstGeom>
          <a:solidFill>
            <a:srgbClr val="2D2D2F"/>
          </a:solidFill>
          <a:ln/>
        </p:spPr>
      </p:sp>
      <p:sp>
        <p:nvSpPr>
          <p:cNvPr id="20" name="Shape 18"/>
          <p:cNvSpPr/>
          <p:nvPr/>
        </p:nvSpPr>
        <p:spPr>
          <a:xfrm>
            <a:off x="868680" y="3520440"/>
            <a:ext cx="365760" cy="365760"/>
          </a:xfrm>
          <a:prstGeom prst="ellipse">
            <a:avLst/>
          </a:prstGeom>
          <a:solidFill>
            <a:srgbClr val="FF9F0A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71600" y="347472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在聊天中控制脱敏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71600" y="3675888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0D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发送 /sanitize on  或  开启脱敏  即可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4343400"/>
            <a:ext cx="7680960" cy="640080"/>
          </a:xfrm>
          <a:prstGeom prst="rect">
            <a:avLst/>
          </a:prstGeom>
          <a:solidFill>
            <a:srgbClr val="2D2D2F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3891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安全端口 :4002 强制脱敏，适合处理敏感项目。普通端口默认 :4001，若被占用自动递增切换。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所有客户端通用：WorkBuddy / OpenClaw / Hermes / Codex / Cline / Cursor / Continue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Smart Proxy v10.1</dc:title>
  <dc:subject>PptxGenJS Presentation</dc:subject>
  <dc:creator>LLM Smart Proxy</dc:creator>
  <cp:lastModifiedBy>LLM Smart Proxy</cp:lastModifiedBy>
  <cp:revision>1</cp:revision>
  <dcterms:created xsi:type="dcterms:W3CDTF">2026-06-03T09:40:47Z</dcterms:created>
  <dcterms:modified xsi:type="dcterms:W3CDTF">2026-06-03T09:40:47Z</dcterms:modified>
</cp:coreProperties>
</file>